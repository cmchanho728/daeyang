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4E2306-8DC7-5A7D-7013-DCE880007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2DA5372-878A-4328-3764-2C3D5A39F4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DE23DD-0CCD-9ED4-D6A7-D56D0D667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A5997-E290-4469-B265-560C428F489F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1B792F-8597-5A4B-1451-CA866449B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83BDCF-0803-CA26-7407-E243449A4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C6B49-903F-4612-8853-1E7C70278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5186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BC02CB-8E92-51CA-21A5-56E0F635B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A99D08-625B-6D71-176F-028F08EAE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ACCFED-FE67-445D-6BD5-C0C0D07C9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A5997-E290-4469-B265-560C428F489F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4C55E6-5E38-F407-5CE5-67B893C4D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66EC00-6473-B236-653F-E02C3B142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C6B49-903F-4612-8853-1E7C70278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027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77C522-0EAE-5AEB-586F-E79CF5487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012EA1-C37F-ED6C-9FE2-AD4A67043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9146BD-AAC7-A358-7B99-88A24CD37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A5997-E290-4469-B265-560C428F489F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72DD58-222F-B7BE-558B-F178B7B62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494F80-AABD-B4B4-F756-AC0FDA293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C6B49-903F-4612-8853-1E7C70278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8529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3284D8-9E06-E3B3-E78C-A235D89C1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E15752-6305-FF7B-444B-69CB2209F5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1BA28E-A389-7B5A-9C67-16BFB46D2E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30D4057-F627-7268-5EE3-7F8659016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A5997-E290-4469-B265-560C428F489F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9108A1-4F17-54ED-ADE8-D080E61E6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5CF64F-7800-F2F0-F16E-9F92AFEA8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C6B49-903F-4612-8853-1E7C70278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266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CAD01D-0029-8860-F419-0021D0505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112453-380D-5EA6-C4F8-3A9E81018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C20BF0-DAB4-FDA1-2C43-078214C030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B3A6DDC-4C87-1220-D2BD-1BB382D902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78814F4-9984-048F-C2FB-DDE4747352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6CB5013-E361-5E02-2C44-7C3921FA6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A5997-E290-4469-B265-560C428F489F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8D49313-DBDD-C846-51F1-981DE925F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1C2FDF-1425-CC85-31E8-5C0F80C4F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C6B49-903F-4612-8853-1E7C70278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122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9EC13B-2E89-2621-4440-A527CEBF0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0C60ADF-82ED-3047-CAA2-9D5105BAF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A5997-E290-4469-B265-560C428F489F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BB0D64C-40C9-ADB1-6C19-659FB3ED0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2DC59A-DFED-7550-F606-F63CC3B3C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C6B49-903F-4612-8853-1E7C70278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5308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BBB6382-06D7-06C1-79AD-7A300B4E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A5997-E290-4469-B265-560C428F489F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9273F41-FC58-33C8-5AB9-1BEA7DC8B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45E600-105F-C40D-77F7-441EA51D6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C6B49-903F-4612-8853-1E7C70278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3954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FDDFEE-1964-14B9-F9FD-8A70D591D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5C01E1-79B1-C7D4-CB71-B5206F5A1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BED235-636F-E2DF-328A-84312FF91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F16504-4E83-AF81-775A-790FE381B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A5997-E290-4469-B265-560C428F489F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CE9419-C248-F07E-AE5F-3A6C180C3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FB80A0-D4E0-BECC-91A4-942DA9B15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C6B49-903F-4612-8853-1E7C70278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1426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2F34BF-490C-3032-0F8B-F013A8FEE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1E34B98-C94A-2665-DE38-5BEBF7BD51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72FEFE-E18C-0E5C-91C9-F9A91F7924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E5A67C-E79B-3AAA-E701-0634CBBC6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A5997-E290-4469-B265-560C428F489F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E90621-D1BD-112D-6917-40658CAB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271F90-DEFE-AEFE-9C9D-51C4D064A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C6B49-903F-4612-8853-1E7C70278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6338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01236F-54D5-36A3-7ADC-5A1ECAB18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654EA04-413D-6B55-D0D9-3AF7C1FFB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E95D55-B6A0-B5F3-7EF3-3F24D2F89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A5997-E290-4469-B265-560C428F489F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C9E744-A94F-E9D6-7FAA-C90471502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F3997E-1202-C760-B95D-B3C611D40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C6B49-903F-4612-8853-1E7C70278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3053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5692654-0BF8-FD3A-514B-689AAE3AB2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1FAA97-17B1-5BA3-3A63-0CE9E14F4C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DA3CFD-289F-7AE6-0B8A-6A55AB01F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A5997-E290-4469-B265-560C428F489F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9B41AD-A684-CFA6-F3E4-1FC559782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F09959-46AB-49C6-744B-830A920A8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C6B49-903F-4612-8853-1E7C70278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1388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DEEF8E6-FDBA-6B71-03A6-CC360428A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B7FB3A-646E-FEE9-C99D-70DA47E0B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98C07B-CC0B-A4DC-DAF5-12CD378BBD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A5997-E290-4469-B265-560C428F489F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69238A-E316-A2A4-BB08-155828F6BE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517471-A5A0-FFC4-C451-4F7099926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C6B49-903F-4612-8853-1E7C70278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1195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1EB08F5-893D-A18B-0BB7-E34BE976E8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711" y="0"/>
            <a:ext cx="4418577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F22BDAB-2EAF-0660-34AD-AF71EA2A0F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5892" y="195942"/>
            <a:ext cx="4375623" cy="588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641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5622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찬호 유</dc:creator>
  <cp:lastModifiedBy>찬호 유</cp:lastModifiedBy>
  <cp:revision>1</cp:revision>
  <dcterms:created xsi:type="dcterms:W3CDTF">2026-04-10T06:24:22Z</dcterms:created>
  <dcterms:modified xsi:type="dcterms:W3CDTF">2026-04-14T04:07:16Z</dcterms:modified>
</cp:coreProperties>
</file>